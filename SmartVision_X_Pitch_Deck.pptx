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1104" y="1600200"/>
            <a:ext cx="3657600" cy="3657600"/>
          </a:xfrm>
          <a:prstGeom prst="ellipse">
            <a:avLst/>
          </a:prstGeom>
          <a:solidFill>
            <a:srgbClr val="0D1526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18304" y="2057400"/>
            <a:ext cx="2743200" cy="2743200"/>
          </a:xfrm>
          <a:prstGeom prst="ellipse">
            <a:avLst/>
          </a:prstGeom>
          <a:solidFill>
            <a:srgbClr val="121C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 GRIDLOCK 2.0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AI-Powered Traffic Enforcement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17904" y="5029200"/>
            <a:ext cx="91440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LEADER: Surjeet Yadav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MERN Stack + YOLOv8 + MongoDB Atlas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solidFill>
            <a:srgbClr val="111827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a safer, smarter urban mobility ecosystem where technology actively prevents accidents, enforces compliance seamlessly, and empowers law enforcement with real-time intelligence.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solidFill>
            <a:srgbClr val="111827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74320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end-to-end autonomous platform that transforms standard CCTV feeds into actionable data, automates e-challans, and provides an integrated dashboard for instant patrol dispatch.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Urban Traffic Crisis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38328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86000"/>
            <a:ext cx="3383280" cy="9144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Fatalities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Alarming Accident Rates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Helmetless and reckless driving cause thousands of fatal accidents annually.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286000"/>
            <a:ext cx="338328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286000"/>
            <a:ext cx="33832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Hours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Congestion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9319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parking and gridlocks stall emergency services and daily commutes.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286000"/>
            <a:ext cx="338328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286000"/>
            <a:ext cx="3383280" cy="914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Uncollected Fines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39319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misses up to 80% of daily traffic violations in dense areas.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Manual Enforcement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traffic police methods are failing in modern mega-cities: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82880" cy="73152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560320"/>
            <a:ext cx="10424160" cy="7315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FATIGUE: Impossible for operators to manually monitor thousands of screens 24/7.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182880" cy="73152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3474720"/>
            <a:ext cx="10424160" cy="7315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RESPONSE: E-Challans take days to process, losing the immediate deterrence effect.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82880" cy="73152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389120"/>
            <a:ext cx="10424160" cy="7315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CONSTRAINTS: Not enough physical officers to patrol every junction simultaneously.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182880" cy="73152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5303520"/>
            <a:ext cx="10424160" cy="7315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DATA: No central intelligence tracking repeat offenders across different city zones.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SmartVision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25912" cy="13716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Ultimate AI-Powered Traffic Nervous System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blending Computer Vision, Cloud Databases, and modern Web Dashboards into one unified platform.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Cameras capture live street footage.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YOLOv8 AI detects violations instantly.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OCR extracts license plates automatically.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Dashboard alerts the nearest patrol officer.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PLATFORM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29184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Video Analytics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streams in real-time.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29184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E-Challans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834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PDF tickets with photo proof.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286000"/>
            <a:ext cx="329184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Patrol Dispatch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2834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cops based on GPS proximity.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329184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highly dangerous repeat offenders.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4114800"/>
            <a:ext cx="329184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MongoDB Sync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instantly backed up to the cloud.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4114800"/>
            <a:ext cx="329184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Heatmaps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congestion zones dynamically.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TECHNOLOGY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725912" cy="3200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CCTV Frame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3474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F0FF"/>
                </a:solidFill>
              </a:rPr>
              <a:t>➔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0FF"/>
                </a:solidFill>
              </a:rPr>
              <a:t>YOLOv8 Inference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3474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F0FF"/>
                </a:solidFill>
              </a:rPr>
              <a:t>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Plate OCR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3474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F0FF"/>
                </a:solidFill>
              </a:rPr>
              <a:t>➔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7824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MERN Backend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LIVE CAPTURE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Demo: Helmet Violation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pic>
        <p:nvPicPr>
          <p:cNvPr id="7" name="Image 0" descr="C:\\Users\\Acer\\.gemini\\antigravity\\brain\\bd687b3f-1672-44c1-937e-b4831c6ad795\\helmet_violation_17817791757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828800"/>
            <a:ext cx="761695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LIVE INTERFACE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pic>
        <p:nvPicPr>
          <p:cNvPr id="7" name="Image 0" descr="C:\\Users\\Acer\\.gemini\\antigravity\\brain\\bd687b3f-1672-44c1-937e-b4831c6ad795\\smartvision_dashboard_178177919035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828800"/>
            <a:ext cx="85313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CORE MODULE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E-Challan Generation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457200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</a:rPr>
              <a:t>The e-Challan module replaces manual ticket writing.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</a:rPr>
              <a:t>• Verified by Operator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</a:rPr>
              <a:t>• Fetches RTO Data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</a:rPr>
              <a:t>• Attaches Image Proof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</a:rPr>
              <a:t>• PDF Export Ready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DATABASE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Live Cloud Sync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Enterprise-Grade Persistence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</a:rPr>
              <a:t>All violations, patrol statuses, and user accounts are instantly synchronized to MongoDB Atlas, ensuring 100% data integrity and global accessibility for authorized traffic personnel.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Dispatch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725912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Dynamic Routing for Patrol Officers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9FAFB"/>
                </a:solidFill>
              </a:rPr>
              <a:t>When a severe violation (like heavy gridlock or illegal parking) is detected, the system calculates the GPS distance of all on-duty officers and automatically dispatches the closest unit, reducing response times from hours to minutes.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725912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</a:rPr>
              <a:t>React.js, Vite, Tailwind CSS, Recharts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0725912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</a:rPr>
              <a:t>Backend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</a:rPr>
              <a:t>Node.js, Express.js, REST APIs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725912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</a:rPr>
              <a:t>Database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4526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</a:rPr>
              <a:t>MongoDB Atlas, Mongoose ORM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303520"/>
            <a:ext cx="10725912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</a:rPr>
              <a:t>AI &amp; Vision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5532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</a:rPr>
              <a:t>Python, YOLOv8, OpenCV, Tesseract OCR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ROI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383280" cy="274320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90% Faster Resolution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Automated processing eliminates paperwork.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560320"/>
            <a:ext cx="3383280" cy="274320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40% Reduction in Congestion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4114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Faster dispatch clears bottlenecks instantly.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560320"/>
            <a:ext cx="3383280" cy="274320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3x Fine Recovery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0" y="4114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No violator escapes the automated camera net.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SMARTVISION X  //  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2743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SURJEET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</a:rPr>
              <a:t>Where we are heading next: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Edge Integration (running YOLOv8 directly on camera chips)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Integration with VAHAN &amp; NIC National Databases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Citizen App for crowdsourced violation reporting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AI-Predictive Traffic Light Control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AFB"/>
                </a:solidFill>
              </a:rPr>
              <a:t>Thank You! Ready to Transform Urban Mobility.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SmartVision X - Pitch Deck</dc:title>
  <dc:subject>PptxGenJS Presentation</dc:subject>
  <dc:creator>Surjeet's Team</dc:creator>
  <cp:lastModifiedBy>Surjeet's Team</cp:lastModifiedBy>
  <cp:revision>1</cp:revision>
  <dcterms:created xsi:type="dcterms:W3CDTF">2026-06-18T10:52:19Z</dcterms:created>
  <dcterms:modified xsi:type="dcterms:W3CDTF">2026-06-18T10:52:19Z</dcterms:modified>
</cp:coreProperties>
</file>